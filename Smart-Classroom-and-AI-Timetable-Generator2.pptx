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Libre Baskerville" panose="02000000000000000000" pitchFamily="2" charset="0"/>
      <p:regular r:id="rId12"/>
    </p:embeddedFont>
    <p:embeddedFont>
      <p:font typeface="Open Sans" panose="020B0606030504020204" pitchFamily="3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54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Classroom &amp; AI Timetable Generator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easy-to-use platform that builds conflict-free class schedules automatically and keeps classrooms quiet and ready for learning.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55668-AF02-EC79-C19F-494630770204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54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Old Way Problems vs Our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85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Old Manual Way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512840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timetables by hand takes days. Teachers get booked in two rooms at once, classrooms get overcrowded, and noisy hallways break student concentration during lectures.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839541"/>
            <a:ext cx="5476043" cy="2053034"/>
          </a:xfrm>
          <a:prstGeom prst="roundRect">
            <a:avLst>
              <a:gd name="adj" fmla="val 1381"/>
            </a:avLst>
          </a:prstGeom>
          <a:solidFill>
            <a:srgbClr val="403CCF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302855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Smart Solution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3512840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AI system builds perfect timetables in seconds with zero room conflicts. Smart classroom sensors monitor noise and access doors to keep learning calm and focused.</a:t>
            </a: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B8181-34FA-2530-3C20-3407E0A72A60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Classroom Equipment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608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Noise &amp; Sound Sensors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checks room sound levels to help teachers maintain a quiet study environment.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1608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Door Entry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Door locks open only for scheduled classes, stopping unwanted walk-ins during lectures.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1608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 Outside Displays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screens outside each room show the active class name, teacher, and next session.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46E29D-2C91-418A-EE47-A98E108E0EBD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Modules of System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608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Teacher Rules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working hours, preferred break times, subject expertise, and daily limits for every teacher.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1608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Room Matcher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Assigns classes based on seating capacity, lab equipment, projector availability, and student count.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1608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Schedule Generator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Tests thousands of timetable slot patterns instantly to produce 100% clash-free weekly schedules.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1E4D8-CB66-ABF1-4469-33C753EAD57C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0699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Disturbance-Free Study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81113"/>
            <a:ext cx="3053877" cy="2291655"/>
          </a:xfrm>
          <a:prstGeom prst="roundRect">
            <a:avLst>
              <a:gd name="adj" fmla="val 123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270125"/>
            <a:ext cx="2675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Quiet Learning Spaces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974082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Sensors send a soft alert if sound levels get too loud during study hours.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081113"/>
            <a:ext cx="3053976" cy="2291655"/>
          </a:xfrm>
          <a:prstGeom prst="roundRect">
            <a:avLst>
              <a:gd name="adj" fmla="val 123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270125"/>
            <a:ext cx="2675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 Hallway Confusion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2974082"/>
            <a:ext cx="26759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schedule displays outside doors prevent students from wandering into wrong classes.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61780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75079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Room Settings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15947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Lights and temperature adjust automatically when lectures start.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86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Scheduling Workflow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6729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Upload Data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 teacher lists, subjects, room capacities, and student batch details.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66729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Run AI Generator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checks all rules and instantly fixes timing overlaps.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66729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Publish &amp; Sync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 updates live across campus displays and student phones.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47D3D-CB47-C9D0-8D22-C98425695DC0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Campus Ecosystem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608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Student Mobile App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daily class timetable, instant room changes, and live class notifications.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1608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Campus Mesh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322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Connects all classroom doors, displays, and sensors to one web dashboard.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1608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Rooms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322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Rooms automatically turn off lights when empty to save school electricity.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D71CD-2E78-CE7D-498B-FAB581AE5089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3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Implementation Plan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81982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28653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Collect Data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37335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 lists of teachers, subjects, rooms, and class sizes.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81982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 AI Engine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23733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rules in the AI generator to stop schedule overlaps.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81982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Install Sensors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 noise sensors and digital room displays in classrooms.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81982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Launch App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web portal and mobile app for staff and students.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F54EF3-E91C-D4F4-31FE-23A151F9BBAA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97662" y="1869417"/>
            <a:ext cx="32761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You!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880421" y="2505271"/>
            <a:ext cx="3509424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PRESENTATION DESIGNED BY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190166" y="3943997"/>
            <a:ext cx="6296860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Manikanta Vignesh &amp; Ram Charan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4F6BAD-998B-D906-11F3-2991C095FE82}"/>
              </a:ext>
            </a:extLst>
          </p:cNvPr>
          <p:cNvSpPr/>
          <p:nvPr/>
        </p:nvSpPr>
        <p:spPr>
          <a:xfrm>
            <a:off x="10972800" y="6503437"/>
            <a:ext cx="1219200" cy="2911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03CC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9</TotalTime>
  <Words>441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Libre Baskerville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p</dc:creator>
  <cp:lastModifiedBy>VIGNESH p</cp:lastModifiedBy>
  <cp:revision>5</cp:revision>
  <dcterms:created xsi:type="dcterms:W3CDTF">2026-08-18T03:47:34Z</dcterms:created>
  <dcterms:modified xsi:type="dcterms:W3CDTF">2026-08-18T04:00:57Z</dcterms:modified>
</cp:coreProperties>
</file>